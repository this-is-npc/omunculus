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Moonlight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 to Postgres 17</a:t>
            </a:r>
          </a:p>
          <a:p>
            <a:r>
              <a:t>Export invoices to 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 under 300 ms</a:t>
            </a:r>
          </a:p>
          <a:p>
            <a:r>
              <a:t>Retry failed payments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Publish the public API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